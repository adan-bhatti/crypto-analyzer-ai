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65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Introduce the team and welcome the panel. Set the stage for what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Describe the market chaos. Explain why retail investors are at a disadvantage. Then reveal our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Walk through each objective. Emphasize the modular design — each objective builds on the previous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Briefly explain each tool and why we chose it. Emphasize Python ecosystem and Streamlit for rapid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Walk through the architecture from bottom (data) to top (UI). Emphasize modularity and the fallback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Explain OHLCV, why these indicators matter, and how we label targets for supervised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Explain why we chose Random Forest as primary and why Logistic Regression as baseline. Mention TimeSeriesSplit.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Explain K-Means in simple terms — it's like sorting the market into buckets. Cover features used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Walk through the decision logic. Use the BUY rule as an example — when AI is confident AND risk is manageable.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Demo or walk through each page. Emphasize the user-friendly design — no ML knowledge needed to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speakers: Whoever is most comfortable with numbers. Highlight the &gt;80% accuracy and the seamless fallback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or 3: Show the roadmap beyond the FYP. LSTM and sentiment are the most impactful near-term additions.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Wrap up by summarizing the three pillars. End with the impact statement about bridging AI and retail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speakers: Stand together. Be prepared for questions about model choice, accuracy, limitations,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91440"/>
            <a:ext cx="1280160" cy="128016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4114800"/>
            <a:ext cx="1645920" cy="164592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45920"/>
            <a:ext cx="64008" cy="1828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Cryptocurrency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Behavior Analyzer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Predictor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/ Capstone Project Presentation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74720"/>
            <a:ext cx="8412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[Adan Mehmood Name]  •  [Hashir Rehman Name]  •  [Waseem Anwar Name]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[Professor Name]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Date: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 of Presentation]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markets operate 24/7 and are highly volatile — demanding real-time intelligence.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03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Volatility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price swings and unpredictable market conditions make manual monitoring impossible.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0574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103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2487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lack tools to properly assess risk compared to institutional traders.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0574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103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487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AI Tool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platform combines traditional indicators with machine learning-driven predictions.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0D21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7472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00D4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747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AI-driven platform combining trend prediction, risk classification, and intelligent trading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06984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OHLCV data from Binance API with fallback to Yahoo Finance for high availability.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96012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01768" y="106984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00176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371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SMA, EMA, RSI, MACD, and Bollinger Bands for comprehensive market analysis.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30428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606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&amp; Logistic Regression models to predict Bullish/Bearish trends.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19456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01768" y="230428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606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K-Means Clustering to segment market into Low, Medium, and High risk levels.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353872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3840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rule-based BUY/SELL/HOLD recommendation engine powered by AI predictions.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42900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01768" y="353872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00176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3840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Streamlit web interface for live monitoring, charts, and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69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9601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1051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1069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78608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0391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9601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051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00016" y="1069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0016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0016" y="20391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RF, LR, K-Means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9984" y="9601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051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21424" y="1069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21424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21424" y="20391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880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Library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8679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87168" y="27889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78608" y="2880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578608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578608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78608" y="38679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27889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2880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00016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700016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API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00016" y="38679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29984" y="27889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21424" y="2880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21424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21424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21424" y="38679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Data Source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D9488">
              <a:alpha val="12000"/>
            </a:srgbClr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686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8686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API  •  yfinance Fallback  •  Cleaner  •  Feature Engineer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527048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53619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550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7C3AED">
              <a:alpha val="12000"/>
            </a:srgbClr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55064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65506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16550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Integrations  •  Error Handling  •  Rate Limiting  •  Caching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2313432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32257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414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B45309">
              <a:alpha val="12000"/>
            </a:srgbClr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4144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B45309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4414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244144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•  Logistic Regression  •  K-Means Clustering  •  joblib Versioning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34840" y="3099816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10896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2783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DC2626">
              <a:alpha val="12000"/>
            </a:srgbClr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27832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DC2626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2278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0280" y="322783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Synthesizer  •  Risk Evaluator  •  BUY/SELL/HOLD Engine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34840" y="3886200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895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1421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15000"/>
            </a:srgbClr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014216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142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401421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Multi-Page App  •  Live Charts  •  Prediction Dashboard  •  Performance Metrics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29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REST API calls — OHLCV data (Open, High, Low, Close, Volume)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29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240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5420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outliers, standardize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29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108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4107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technical indicators from raw price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29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977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279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 Close &gt; Today? → 1 (Bullish) : 0 (Bearish)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3258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E29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1399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Trend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SMA, EMA, MACD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2860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E29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Momentum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 Index (RSI)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2461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E2940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Volatility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Bands, Rolling Std Dev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Random Forest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prevents overfitting on noisy financial data.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using TimeSeriesSplit to preserve chronological order.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reveals RSI and Volatility as top drivers.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Bullish vs. Bearish probability score.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Logistic Regression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performance baseline to benchmark against Random Forest.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time and highly interpretable coefficients.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calibrated Bullish/Bearish probability output.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side-by-side comparison in the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— K-Means Clustering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(k=3)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segments the live market state into three distinct risk zones using unsupervised learning — no labels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for Clustering: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  •  RSI  •  Volume Change  •  Daily Return Std Dev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E29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+ Elbow Method confirmed k=3 as optimal.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9144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9144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0B981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9788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volatility, RSI in normal range (40-60). Safe market conditions.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20574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20574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130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7880" y="2468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volatility, RSI slightly elevated. Monitor closely.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32004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32004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DC2626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3273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97880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volatility, RSI overbought/oversold. Caution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Recommendation Agent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The Brain: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ML trend probabilities + K-Means risk cluster → Actionable trading recommendation.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8000"/>
            </a:srgbClr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Prob &gt; 70% AND Risk = Low/Medium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➡  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EF4444">
              <a:alpha val="8000"/>
            </a:srgbClr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Prob &gt; 60% OR Risk = High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➡  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8000"/>
            </a:srgbClr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between 40–60% OR Mixed signals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➡  </a:t>
            </a: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196596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201168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226771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 /  SELL  /  HOLD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2724912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277063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302666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/  Medium  /  Low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0" y="3483864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6440" y="352958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06440" y="37856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explanation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4242816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06440" y="428853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Tools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454456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&amp; Take-Profit points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160520" cy="502920"/>
          </a:xfrm>
          <a:prstGeom prst="roundRect">
            <a:avLst>
              <a:gd name="adj" fmla="val 21818"/>
            </a:avLst>
          </a:prstGeom>
          <a:solidFill>
            <a:srgbClr val="00D4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332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🕯️ Live Market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candlestick charts with coin selector. Monitor prices and volume as they happen.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96012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960120"/>
            <a:ext cx="4160520" cy="502920"/>
          </a:xfrm>
          <a:prstGeom prst="roundRect">
            <a:avLst>
              <a:gd name="adj" fmla="val 21818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332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Historical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technical indicators over time. Correlation heatmaps reveal hidden relationships.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4160520" cy="502920"/>
          </a:xfrm>
          <a:prstGeom prst="roundRect">
            <a:avLst>
              <a:gd name="adj" fmla="val 21818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44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Prediction &amp;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gauges, feature importance bars, and interactive 3D risk cluster scatter plots.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29718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971800"/>
            <a:ext cx="4160520" cy="502920"/>
          </a:xfrm>
          <a:prstGeom prst="roundRect">
            <a:avLst>
              <a:gd name="adj" fmla="val 21818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044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Performance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RF vs LR comparison. Accuracy scores, confusion matrices, and ROC curves.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Achievements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unseen test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960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Uptime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Binance ➡ Yahoo fallback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960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3-in-1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Unsupervised + Agent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end-to-end data pipeline — from raw API data to trading recommendation.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42316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24963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API fallback ensures zero downtime even when Binance is unreachable.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7280" y="35021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 translates complex AI math into plain-English BUY/SELL/HOLD advice.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42900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35021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makes the system accessible to non-technical retail investors.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3385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0D4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33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Deep Learning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LSTMs and Transformers for superior sequential pattern recognition in time-series price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13385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33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NLP Sentiment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real-time crypto news and Twitter feeds to enrich predictions with market sentiment signals.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05409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Backtesting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portfolio performance on historical data to validate strategy effectiveness before live deployment.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92608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2940"/>
          </a:solidFill>
          <a:ln/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305409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WebSocket Streaming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REST polling to WebSockets for millisecond-level tick data and sub-second dashboard updates.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1828800" cy="18288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137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1430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complete, intelligent financial ecosystem — not just a prediction script.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0574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Supervised ML, Unsupervised Clustering, and Rule-Based Agents in one platform.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1E294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complex AI algorithms and retail investor decision-making.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attention!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188720"/>
            <a:ext cx="2743200" cy="2743200"/>
          </a:xfrm>
          <a:prstGeom prst="ellipse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now open to any questions.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[Adan Mehmood]  •  [Hashir Rehman]  •  [Waseem Anwar]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1399</Words>
  <Application>Microsoft Office PowerPoint</Application>
  <PresentationFormat>On-screen Show (16:9)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Cryptocurrency Market Behavior Analyzer and Risk Predictor</dc:title>
  <dc:subject>PptxGenJS Presentation</dc:subject>
  <dc:creator>PptxGenJS</dc:creator>
  <cp:lastModifiedBy>L1S24BSCS0037 - Adan  Mehmood</cp:lastModifiedBy>
  <cp:revision>2</cp:revision>
  <dcterms:created xsi:type="dcterms:W3CDTF">2026-06-09T17:59:52Z</dcterms:created>
  <dcterms:modified xsi:type="dcterms:W3CDTF">2026-06-09T18:01:32Z</dcterms:modified>
</cp:coreProperties>
</file>